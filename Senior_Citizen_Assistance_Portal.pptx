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594360"/>
            <a:ext cx="1828800" cy="1828800"/>
          </a:xfrm>
          <a:prstGeom prst="ellipse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1828800"/>
            <a:ext cx="1005840" cy="1005840"/>
          </a:xfrm>
          <a:prstGeom prst="ellipse">
            <a:avLst/>
          </a:prstGeom>
          <a:solidFill>
            <a:srgbClr val="25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3200400"/>
            <a:ext cx="2560320" cy="2560320"/>
          </a:xfrm>
          <a:prstGeom prst="ellipse">
            <a:avLst/>
          </a:prstGeom>
          <a:solidFill>
            <a:srgbClr val="21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4297680"/>
            <a:ext cx="1463040" cy="1463040"/>
          </a:xfrm>
          <a:prstGeom prst="ellipse">
            <a:avLst/>
          </a:prstGeom>
          <a:solidFill>
            <a:srgbClr val="EE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7863840" cy="1600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SENIOR CITIZEN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ASSISTANCE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59436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96DCD5"/>
                </a:solidFill>
                <a:latin typeface="Aptos"/>
              </a:defRPr>
            </a:pPr>
            <a:r>
              <a:t>A MERN Stack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676656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Connecting elderly people with trusted volunteers for everyday support.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6583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DD8E4"/>
                </a:solidFill>
                <a:latin typeface="Aptos"/>
              </a:defRPr>
            </a:pPr>
            <a:r>
              <a:t>Seminar Presentation  |  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D4B"/>
                </a:solidFill>
                <a:latin typeface="Aptos"/>
              </a:defRPr>
            </a:pPr>
            <a:r>
              <a:t>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9264"/>
            <a:ext cx="1051560" cy="54864"/>
          </a:xfrm>
          <a:prstGeom prst="rect">
            <a:avLst/>
          </a:prstGeom>
          <a:solidFill>
            <a:srgbClr val="25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A"/>
                </a:solidFill>
                <a:latin typeface="Aptos"/>
              </a:defRPr>
            </a:pPr>
            <a:r>
              <a:t>Why a coordinated assistance portal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E6C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12080" cy="342900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10512"/>
            <a:ext cx="64008" cy="3282696"/>
          </a:xfrm>
          <a:prstGeom prst="rect">
            <a:avLst/>
          </a:prstGeom>
          <a:solidFill>
            <a:srgbClr val="25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48463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77439"/>
            <a:ext cx="4846320" cy="26791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Some senior citizens need help with errands, appointments, or daily tasks.</a:t>
            </a:r>
          </a:p>
          <a:p>
            <a:pPr>
              <a:spcAft>
                <a:spcPts val="8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Finding a suitable volunteer can be difficult.</a:t>
            </a:r>
          </a:p>
          <a:p>
            <a:pPr>
              <a:spcAft>
                <a:spcPts val="8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Requests, schedules, and contact details may be scattered across different channels.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212080" cy="342900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810512"/>
            <a:ext cx="64008" cy="3282696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901952"/>
            <a:ext cx="48463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The 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377439"/>
            <a:ext cx="4846320" cy="26791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A single web portal to submit and manage assistance requests.</a:t>
            </a:r>
          </a:p>
          <a:p>
            <a:pPr>
              <a:spcAft>
                <a:spcPts val="8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Volunteers can view suitable requests and offer support.</a:t>
            </a:r>
          </a:p>
          <a:p>
            <a:pPr>
              <a:spcAft>
                <a:spcPts val="8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Coordinators can track assignments, status, and feedback.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162D4B"/>
                </a:solidFill>
                <a:latin typeface="Aptos"/>
              </a:defRPr>
            </a:pPr>
            <a:r>
              <a:t>Goal: make assistance easier to request, coordinate, and monitor.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D4B"/>
                </a:solidFill>
                <a:latin typeface="Aptos"/>
              </a:defRPr>
            </a:pPr>
            <a:r>
              <a:t>2.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9264"/>
            <a:ext cx="1051560" cy="54864"/>
          </a:xfrm>
          <a:prstGeom prst="rect">
            <a:avLst/>
          </a:prstGeom>
          <a:solidFill>
            <a:srgbClr val="25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A"/>
                </a:solidFill>
                <a:latin typeface="Aptos"/>
              </a:defRPr>
            </a:pPr>
            <a:r>
              <a:t>Technical learning goals and service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E6C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74720" cy="169164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19072"/>
            <a:ext cx="64008" cy="1545336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31089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MERN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86000"/>
            <a:ext cx="3108960" cy="9418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Build the interface and backend using MongoDB, Express, React, and Node.js.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45920"/>
            <a:ext cx="3474720" cy="169164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719072"/>
            <a:ext cx="64008" cy="1545336"/>
          </a:xfrm>
          <a:prstGeom prst="rect">
            <a:avLst/>
          </a:prstGeom>
          <a:solidFill>
            <a:srgbClr val="25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810512"/>
            <a:ext cx="31089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CRUD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286000"/>
            <a:ext cx="3108960" cy="9418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Create, read, update, and delete or manage records in the database.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645920"/>
            <a:ext cx="3474720" cy="169164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66760" y="1719072"/>
            <a:ext cx="64008" cy="1545336"/>
          </a:xfrm>
          <a:prstGeom prst="rect">
            <a:avLst/>
          </a:prstGeom>
          <a:solidFill>
            <a:srgbClr val="EE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67928" y="1810512"/>
            <a:ext cx="31089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REST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286000"/>
            <a:ext cx="3108960" cy="9418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Design endpoints for seniors, volunteers, requests, categories, and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3474720" cy="169164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776472"/>
            <a:ext cx="64008" cy="1545336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867911"/>
            <a:ext cx="31089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43400"/>
            <a:ext cx="3108960" cy="9418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Use login and role-based permissions where required.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703320"/>
            <a:ext cx="3474720" cy="169164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26280" y="3776472"/>
            <a:ext cx="64008" cy="1545336"/>
          </a:xfrm>
          <a:prstGeom prst="rect">
            <a:avLst/>
          </a:prstGeom>
          <a:solidFill>
            <a:srgbClr val="25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3867911"/>
            <a:ext cx="31089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Clear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343400"/>
            <a:ext cx="3108960" cy="9418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Show request status, assignments, and useful dashboard summaries.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3703320"/>
            <a:ext cx="3474720" cy="169164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66760" y="3776472"/>
            <a:ext cx="64008" cy="1545336"/>
          </a:xfrm>
          <a:prstGeom prst="rect">
            <a:avLst/>
          </a:prstGeom>
          <a:solidFill>
            <a:srgbClr val="EE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67928" y="3867911"/>
            <a:ext cx="31089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Accessible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4343400"/>
            <a:ext cx="3108960" cy="9418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Keep forms and navigation simple, readable, and mobile-friendly.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D4B"/>
                </a:solidFill>
                <a:latin typeface="Aptos"/>
              </a:defRPr>
            </a:pPr>
            <a:r>
              <a:t>3. Users and 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9264"/>
            <a:ext cx="1051560" cy="54864"/>
          </a:xfrm>
          <a:prstGeom prst="rect">
            <a:avLst/>
          </a:prstGeom>
          <a:solidFill>
            <a:srgbClr val="25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A"/>
                </a:solidFill>
                <a:latin typeface="Aptos"/>
              </a:defRPr>
            </a:pPr>
            <a:r>
              <a:t>A simple path from requesting help to recording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E6C7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214884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2F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2167128"/>
            <a:ext cx="2002536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62D4B"/>
                </a:solidFill>
                <a:latin typeface="Aptos"/>
              </a:defRPr>
            </a:pPr>
            <a:r>
              <a:t>1. Senior citizen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514600"/>
            <a:ext cx="2002536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Submits help type, date,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location, and 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057400"/>
            <a:ext cx="214884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25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36392" y="2167128"/>
            <a:ext cx="2002536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62D4B"/>
                </a:solidFill>
                <a:latin typeface="Aptos"/>
              </a:defRPr>
            </a:pPr>
            <a:r>
              <a:t>2.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2514600"/>
            <a:ext cx="2002536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Validates and stores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the request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2057400"/>
            <a:ext cx="214884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EE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05272" y="2167128"/>
            <a:ext cx="2002536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62D4B"/>
                </a:solidFill>
                <a:latin typeface="Aptos"/>
              </a:defRPr>
            </a:pPr>
            <a:r>
              <a:t>3. Volunteer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5272" y="2514600"/>
            <a:ext cx="2002536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Reviews and accepts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an appropriate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057400"/>
            <a:ext cx="214884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2F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74152" y="2167128"/>
            <a:ext cx="2002536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62D4B"/>
                </a:solidFill>
                <a:latin typeface="Aptos"/>
              </a:defRPr>
            </a:pPr>
            <a:r>
              <a:t>4. Coordinator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514600"/>
            <a:ext cx="2002536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Tracks assignment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and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12680" y="3977639"/>
            <a:ext cx="1600200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25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85832" y="4087368"/>
            <a:ext cx="1453896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62D4B"/>
                </a:solidFill>
                <a:latin typeface="Aptos"/>
              </a:defRPr>
            </a:pPr>
            <a:r>
              <a:t>5.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5832" y="4434840"/>
            <a:ext cx="1453896" cy="54863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Records outcome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743200" y="2423160"/>
            <a:ext cx="292608" cy="320040"/>
          </a:xfrm>
          <a:prstGeom prst="rightArrow">
            <a:avLst/>
          </a:prstGeom>
          <a:solidFill>
            <a:srgbClr val="5E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5212080" y="2423160"/>
            <a:ext cx="292608" cy="320040"/>
          </a:xfrm>
          <a:prstGeom prst="rightArrow">
            <a:avLst/>
          </a:prstGeom>
          <a:solidFill>
            <a:srgbClr val="5E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7680960" y="2423160"/>
            <a:ext cx="292608" cy="320040"/>
          </a:xfrm>
          <a:prstGeom prst="rightArrow">
            <a:avLst/>
          </a:prstGeom>
          <a:solidFill>
            <a:srgbClr val="5E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160520"/>
            <a:ext cx="914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Roles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069080"/>
            <a:ext cx="7223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t>•  Senior: create and track requests</a:t>
            </a:r>
          </a:p>
          <a:p>
            <a:pPr>
              <a:spcAft>
                <a:spcPts val="12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t>•  Volunteer: view and manage assigned help</a:t>
            </a:r>
          </a:p>
          <a:p>
            <a:pPr>
              <a:spcAft>
                <a:spcPts val="12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t>•  Admin/coordinator: manage users, categories, and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5E6C7A"/>
                </a:solidFill>
                <a:latin typeface="Aptos"/>
              </a:defRPr>
            </a:pPr>
            <a:r>
              <a:t>Use permission checks to protect personal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D4B"/>
                </a:solidFill>
                <a:latin typeface="Aptos"/>
              </a:defRPr>
            </a:pPr>
            <a:r>
              <a:t>4. MERN Stack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9264"/>
            <a:ext cx="1051560" cy="54864"/>
          </a:xfrm>
          <a:prstGeom prst="rect">
            <a:avLst/>
          </a:prstGeom>
          <a:solidFill>
            <a:srgbClr val="25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A"/>
                </a:solidFill>
                <a:latin typeface="Aptos"/>
              </a:defRPr>
            </a:pPr>
            <a:r>
              <a:t>How the frontend, APIs, and database work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E6C7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063240" cy="205740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901952"/>
            <a:ext cx="64008" cy="1911095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26974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React.js —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8880"/>
            <a:ext cx="2697480" cy="1307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Forms, dashboards, login, request lists, and status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063240" cy="205740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901952"/>
            <a:ext cx="64008" cy="1911095"/>
          </a:xfrm>
          <a:prstGeom prst="rect">
            <a:avLst/>
          </a:prstGeom>
          <a:solidFill>
            <a:srgbClr val="25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993392"/>
            <a:ext cx="26974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Node.js + Express.js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468880"/>
            <a:ext cx="2697480" cy="1307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REST API routes, validation, authentication, and business logic.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828800"/>
            <a:ext cx="3063240" cy="205740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66760" y="1901952"/>
            <a:ext cx="64008" cy="1911095"/>
          </a:xfrm>
          <a:prstGeom prst="rect">
            <a:avLst/>
          </a:prstGeom>
          <a:solidFill>
            <a:srgbClr val="EE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67928" y="1993392"/>
            <a:ext cx="26974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MongoDB —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468880"/>
            <a:ext cx="2697480" cy="1307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Stores senior, volunteer, category, request, and feedback documents.</a:t>
            </a:r>
          </a:p>
        </p:txBody>
      </p:sp>
      <p:sp>
        <p:nvSpPr>
          <p:cNvPr id="18" name="Left-Right Arrow 17"/>
          <p:cNvSpPr/>
          <p:nvPr/>
        </p:nvSpPr>
        <p:spPr>
          <a:xfrm>
            <a:off x="3886200" y="2606040"/>
            <a:ext cx="502920" cy="384048"/>
          </a:xfrm>
          <a:prstGeom prst="leftRightArrow">
            <a:avLst/>
          </a:prstGeom>
          <a:solidFill>
            <a:srgbClr val="5E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Left-Right Arrow 18"/>
          <p:cNvSpPr/>
          <p:nvPr/>
        </p:nvSpPr>
        <p:spPr>
          <a:xfrm>
            <a:off x="7726679" y="2606040"/>
            <a:ext cx="502920" cy="384048"/>
          </a:xfrm>
          <a:prstGeom prst="leftRightArrow">
            <a:avLst/>
          </a:prstGeom>
          <a:solidFill>
            <a:srgbClr val="5E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434840"/>
            <a:ext cx="21945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Typical request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105156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25968C"/>
                </a:solidFill>
                <a:latin typeface="Aptos"/>
              </a:defRPr>
            </a:pPr>
            <a:r>
              <a:t>React UI  →  Express API  →  MongoDB  →  API response  →  Updated React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5E6C7A"/>
                </a:solidFill>
                <a:latin typeface="Aptos"/>
              </a:defRPr>
            </a:pPr>
            <a:r>
              <a:t>The frontend should call backend endpoints rather than access MongoDB directly.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D4B"/>
                </a:solidFill>
                <a:latin typeface="Aptos"/>
              </a:defRPr>
            </a:pPr>
            <a:r>
              <a:t>5. MongoDB Data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9264"/>
            <a:ext cx="1051560" cy="54864"/>
          </a:xfrm>
          <a:prstGeom prst="rect">
            <a:avLst/>
          </a:prstGeom>
          <a:solidFill>
            <a:srgbClr val="25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A"/>
                </a:solidFill>
                <a:latin typeface="Aptos"/>
              </a:defRPr>
            </a:pPr>
            <a:r>
              <a:t>Suggested collections and example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E6C7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1031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901952"/>
            <a:ext cx="64008" cy="1682496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993392"/>
            <a:ext cx="17373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Seniors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68880"/>
            <a:ext cx="1737360" cy="10789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name, phone, address,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preferred contact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828800"/>
            <a:ext cx="21031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34639" y="1901952"/>
            <a:ext cx="64008" cy="1682496"/>
          </a:xfrm>
          <a:prstGeom prst="rect">
            <a:avLst/>
          </a:prstGeom>
          <a:solidFill>
            <a:srgbClr val="25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1993392"/>
            <a:ext cx="17373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Volunteers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468880"/>
            <a:ext cx="1737360" cy="10789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name, skills, availability,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contact,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1828800"/>
            <a:ext cx="21031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66359" y="1901952"/>
            <a:ext cx="64008" cy="1682496"/>
          </a:xfrm>
          <a:prstGeom prst="rect">
            <a:avLst/>
          </a:prstGeom>
          <a:solidFill>
            <a:srgbClr val="EE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67527" y="1993392"/>
            <a:ext cx="17373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7" y="2468880"/>
            <a:ext cx="1737360" cy="10789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helpType, description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828800"/>
            <a:ext cx="21031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98079" y="1901952"/>
            <a:ext cx="64008" cy="1682496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9248" y="1993392"/>
            <a:ext cx="17373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2468880"/>
            <a:ext cx="1737360" cy="10789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seniorId, volunteerId,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categoryId, date, location,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1828800"/>
            <a:ext cx="21031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29800" y="1901952"/>
            <a:ext cx="64008" cy="1682496"/>
          </a:xfrm>
          <a:prstGeom prst="rect">
            <a:avLst/>
          </a:prstGeom>
          <a:solidFill>
            <a:srgbClr val="25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30968" y="1993392"/>
            <a:ext cx="17373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2468880"/>
            <a:ext cx="1737360" cy="10789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requestId, rating,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comments, createdAt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160520"/>
            <a:ext cx="29260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Example request document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526280"/>
            <a:ext cx="5120640" cy="1600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{</a:t>
            </a:r>
          </a:p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  "seniorId": "…",</a:t>
            </a:r>
          </a:p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  "categoryId": "…",</a:t>
            </a:r>
          </a:p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  "date": "2026-10-15",</a:t>
            </a:r>
          </a:p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  "location": "Senior’s address/area",</a:t>
            </a:r>
          </a:p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  "status": "pending"</a:t>
            </a:r>
          </a:p>
          <a:p>
            <a:pPr>
              <a:spcAft>
                <a:spcPts val="8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526280"/>
            <a:ext cx="516636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E6C7A"/>
                </a:solidFill>
                <a:latin typeface="Aptos"/>
              </a:defRPr>
            </a:pPr>
            <a:r>
              <a:t>Use document references (IDs) to link requests with seniors, volunteers, and help categories. Validate dates and required fields on the server.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D4B"/>
                </a:solidFill>
                <a:latin typeface="Aptos"/>
              </a:defRPr>
            </a:pPr>
            <a:r>
              <a:t>6. CRUD Operations and REST APIs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9264"/>
            <a:ext cx="1051560" cy="54864"/>
          </a:xfrm>
          <a:prstGeom prst="rect">
            <a:avLst/>
          </a:prstGeom>
          <a:solidFill>
            <a:srgbClr val="25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A"/>
                </a:solidFill>
                <a:latin typeface="Aptos"/>
              </a:defRPr>
            </a:pPr>
            <a:r>
              <a:t>Example endpoints for managing assistance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E6C7A"/>
                </a:solidFill>
                <a:latin typeface="Aptos"/>
              </a:defRPr>
            </a:pPr>
            <a: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37360"/>
          <a:ext cx="109728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Operation</a:t>
                      </a:r>
                    </a:p>
                  </a:txBody>
                  <a:tcPr marL="109728" marR="73152" marT="73152">
                    <a:solidFill>
                      <a:srgbClr val="16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HTTP method</a:t>
                      </a:r>
                    </a:p>
                  </a:txBody>
                  <a:tcPr marL="109728" marR="73152" marT="73152">
                    <a:solidFill>
                      <a:srgbClr val="16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Endpoint example</a:t>
                      </a:r>
                    </a:p>
                  </a:txBody>
                  <a:tcPr marL="109728" marR="73152" marT="73152">
                    <a:solidFill>
                      <a:srgbClr val="16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109728" marR="73152" marT="73152">
                    <a:solidFill>
                      <a:srgbClr val="16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Create</a:t>
                      </a:r>
                    </a:p>
                  </a:txBody>
                  <a:tcPr marL="109728" marR="73152" marT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POST</a:t>
                      </a:r>
                    </a:p>
                  </a:txBody>
                  <a:tcPr marL="109728" marR="73152" marT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/api/requests</a:t>
                      </a:r>
                    </a:p>
                  </a:txBody>
                  <a:tcPr marL="109728" marR="73152" marT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Submit a new assistance request</a:t>
                      </a:r>
                    </a:p>
                  </a:txBody>
                  <a:tcPr marL="109728" marR="73152" marT="73152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Read</a:t>
                      </a:r>
                    </a:p>
                  </a:txBody>
                  <a:tcPr marL="109728" marR="73152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GET</a:t>
                      </a:r>
                    </a:p>
                  </a:txBody>
                  <a:tcPr marL="109728" marR="73152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/api/requests</a:t>
                      </a:r>
                    </a:p>
                  </a:txBody>
                  <a:tcPr marL="109728" marR="73152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List requests; support filters</a:t>
                      </a:r>
                    </a:p>
                  </a:txBody>
                  <a:tcPr marL="109728" marR="73152" marT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Read one</a:t>
                      </a:r>
                    </a:p>
                  </a:txBody>
                  <a:tcPr marL="109728" marR="73152" marT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GET</a:t>
                      </a:r>
                    </a:p>
                  </a:txBody>
                  <a:tcPr marL="109728" marR="73152" marT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/api/requests/:id</a:t>
                      </a:r>
                    </a:p>
                  </a:txBody>
                  <a:tcPr marL="109728" marR="73152" marT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View request details</a:t>
                      </a:r>
                    </a:p>
                  </a:txBody>
                  <a:tcPr marL="109728" marR="73152" marT="73152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Update</a:t>
                      </a:r>
                    </a:p>
                  </a:txBody>
                  <a:tcPr marL="109728" marR="73152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PUT/PATCH</a:t>
                      </a:r>
                    </a:p>
                  </a:txBody>
                  <a:tcPr marL="109728" marR="73152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/api/requests/:id</a:t>
                      </a:r>
                    </a:p>
                  </a:txBody>
                  <a:tcPr marL="109728" marR="73152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Change date, location, or status</a:t>
                      </a:r>
                    </a:p>
                  </a:txBody>
                  <a:tcPr marL="109728" marR="73152" marT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Delete/manage</a:t>
                      </a:r>
                    </a:p>
                  </a:txBody>
                  <a:tcPr marL="109728" marR="73152" marT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DELETE</a:t>
                      </a:r>
                    </a:p>
                  </a:txBody>
                  <a:tcPr marL="109728" marR="73152" marT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/api/requests/:id</a:t>
                      </a:r>
                    </a:p>
                  </a:txBody>
                  <a:tcPr marL="109728" marR="73152" marT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Remove or archive if permitted</a:t>
                      </a:r>
                    </a:p>
                  </a:txBody>
                  <a:tcPr marL="109728" marR="73152" marT="73152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669280"/>
            <a:ext cx="107899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25968C"/>
                </a:solidFill>
                <a:latin typeface="Aptos"/>
              </a:defRPr>
            </a:pPr>
            <a:r>
              <a:t>Use consistent status values such as pending, accepted, in-progress, completed, and cancelled.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D4B"/>
                </a:solidFill>
                <a:latin typeface="Aptos"/>
              </a:defRPr>
            </a:pPr>
            <a:r>
              <a:t>7. Authentication, Security, and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9264"/>
            <a:ext cx="1051560" cy="54864"/>
          </a:xfrm>
          <a:prstGeom prst="rect">
            <a:avLst/>
          </a:prstGeom>
          <a:solidFill>
            <a:srgbClr val="25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A"/>
                </a:solidFill>
                <a:latin typeface="Aptos"/>
              </a:defRPr>
            </a:pPr>
            <a:r>
              <a:t>Protect user information and verify the main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E6C7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57800" cy="342900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64792"/>
            <a:ext cx="64008" cy="3282696"/>
          </a:xfrm>
          <a:prstGeom prst="rect">
            <a:avLst/>
          </a:prstGeom>
          <a:solidFill>
            <a:srgbClr val="25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48920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Security considerations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31720"/>
            <a:ext cx="4892040" cy="26791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Hash passwords; never store plain-text passwords.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Authenticate protected API requests.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Enforce role-based access for seniors, volunteers, and admins.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Validate user input and restrict access to private details.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Keep secrets in environment variables.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257800" cy="342900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764792"/>
            <a:ext cx="64008" cy="3282696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856232"/>
            <a:ext cx="48920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Testing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331720"/>
            <a:ext cx="4892040" cy="26791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Create, view, update, and manage a request.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Verify invalid dates and missing fields are rejected.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Confirm volunteers cannot access unauthorized records.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Test database failure and API error responses.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Check the UI on desktop and mobile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104241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62D4B"/>
                </a:solidFill>
                <a:latin typeface="Aptos"/>
              </a:defRPr>
            </a:pPr>
            <a:r>
              <a:t>Success measure: requests can be safely created, assigned, updated, and tracked end to 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8. 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261872"/>
            <a:ext cx="1051560" cy="54864"/>
          </a:xfrm>
          <a:prstGeom prst="rect">
            <a:avLst/>
          </a:prstGeom>
          <a:solidFill>
            <a:srgbClr val="25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36576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96DCD5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Demonstrates a complete MERN application structure.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Supports CRUD workflows and REST API integration.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Helps coordinate assistance requests and volunteer assignments.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91640"/>
            <a:ext cx="36576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96DCD5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4884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SMS/email notifications and reminders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Map-based location and service matching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Emergency contact flow and accessibility improvements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Reports and volunteer activity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15000"/>
            <a:ext cx="45720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5806440"/>
            <a:ext cx="41148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CDD8E4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172200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CDD8E4"/>
                </a:solidFill>
                <a:latin typeface="Aptos"/>
              </a:defRPr>
            </a:pPr>
            <a:r>
              <a:t>Senior Citizen Assistance Portal  •  MERN 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848</Words>
  <Application>Microsoft Office PowerPoint</Application>
  <PresentationFormat>Widescreen</PresentationFormat>
  <Paragraphs>149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Teja</dc:creator>
  <cp:keywords/>
  <dc:description>generated using python-pptx</dc:description>
  <cp:lastModifiedBy>kinnerasaiteja5959@gmail.com</cp:lastModifiedBy>
  <cp:revision>1</cp:revision>
  <dcterms:created xsi:type="dcterms:W3CDTF">2013-01-27T09:14:16Z</dcterms:created>
  <dcterms:modified xsi:type="dcterms:W3CDTF">2026-10-10T08:52:44Z</dcterms:modified>
  <cp:category/>
</cp:coreProperties>
</file>